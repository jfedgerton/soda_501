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Series: Temporal Dynamics and Forecasting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model political processes that unfold over time without violating the independence assumptions of standard regression?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processes are fundamentally temporal. Elections, wars, policy adoption, and public opinion all unfold over time. Yet most regression methods assume observations are independent; if tomorrow's opinion depends on today's, then that independence is violated. De Boef &amp; Keele (2008) show that ignoring temporal dependence produces biased standard errors and misleading inferences. A common pattern: researchers fit a model to cross-sectional or panel data and report narrow confidence intervals, unaware that the data violate independence assumptions. The consequence is overconfidence in results.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methods address this by modeling temporal dynamics explicitly. Autoregressive (AR) models capture persistence—the idea that current values depend on lagged values. Error correction models combine short-run dynamics with long-run equilibrium relationships. Brandt &amp; Williams (2007) provide a comprehensive introduction for political scientists; Box-Steffensmeier et al. (2014) extend these methods to event histories, durations, and panel data with temporal dynamics. The choice of method depends on your research question: Are you interested in forecasting the next observation? Understanding adjustment dynamics after a shock? Estimating long-run effects?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approaches enable sophisticated time series modeling. Machine learning methods can detect nonlinear dynamics; structural time series models separate trend, seasonality, and shocks; and Bayesian methods quantify uncertainty. But computational power must be paired with substantive reasoning. A 10-year time series of 365 observations is small by machine learning standards; overfitting is a persistent risk. The frontier of computational social science lies in leveraging temporal methods to answer substantive questions about when and how political change occurs.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&amp; Methods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0058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observations at different time lags; violates OLS independence assumption.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time series has constant mean and variance over time; critical assumption for many methods.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(AR) Models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1945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of a variable on its own lagged values.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788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Integrated Moving Average; a flexible class of models combining AR, differencing, and moving averages.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3832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equilibrium relationship between non-stationary variables.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Causality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977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 whether past values of X improve prediction of Y beyond Y's own history.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Questions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Boef &amp; Keele show that ignoring autocorrelation biases standard errors. What does this mean substantively? How could you detect this problem in your own work?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Brandt &amp; Williams cover AR models, error correction models, and event history models. For a study of legislative voting patterns over a 20-year panel, which class of models would you choose and why?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Box-Steffensmeier et al. address both panel data with temporal dynamics and event duration data. How would you approach each, and when would each research question arise in political science?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Reading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Boef, S., &amp; Keele, L. (2008). "Taking Time Seriously." American Journal of Political Science, 52(1), 184–200.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Brandt, P. T., &amp; Williams, J. T. (2007). Multiple Time Series Models. Sage.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Box-Steffensmeier, J. M., Freeman, J. R., Huth, P. K., &amp; Pevehouse, J. C. (2014). Time Series Analysis for the Social Sciences. Cambridge University Press.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Enders, W. (2014). Applied Econometric Time Series (4th ed.). Wiley.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Keele, L., &amp; Kelly, N. J. (2006). "Dynamic Models for Dynamic Theories." Political Analysis, 14(2), 186–205.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2026-03-17T22:23:09Z</dcterms:created>
  <dcterms:modified xsi:type="dcterms:W3CDTF">2026-03-17T22:23:09Z</dcterms:modified>
</cp:coreProperties>
</file>