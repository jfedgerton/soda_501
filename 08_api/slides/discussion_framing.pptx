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APIs: Structured Data Collection at Scale</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do we collect structured digital data at scale while respecting platform restrictions and ethical boundaries?</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Application Programming Interfaces (APIs) are the backbone of computational social science. Twitter's API allowed researchers to study political discourse at scale; Google Books N-grams revealed language evolution; government data portals expose policy documents. APIs provide structured, queryable access to data—no scraping, parsing, or environmental fragility required. Freelon (2018) notes the dramatic shift from the "API golden age" (2010-2018) when research access was generous, to the "post-API age" where access is restricted, expensive, or unavailable. Twitter now charges researchers for access; Google curtailed N-grams; Facebook locked down platform data after the Cambridge Analytica scandal.</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This shift reflects a political economy problem. Platforms invest in APIs because they want data to be accessible under conditions they control. When researchers publish findings that damage platform interests—showing algorithmic bias, fake news spread, or harassment—platforms respond by restricting access. Bruns (2019) documents the "APIcalypse": Twitter's decision in 2018 to restrict research access forced researchers to invest in alternative platforms or renegotiate with Twitter. Puschmann (2019) argues that the "Wild West of social media research" is ending; future research will require formal data partnerships with platforms, institutional review, and pre-approval of research questions.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The consequence is a new research landscape. Rather than open data access, researchers negotiate special relationships with platforms. This raises questions: Who gets access? What research is approved? How do approval mechanisms bias our understanding of platforms? The frontier of computational social science lies in designing research within constraints, using alternative data sources, and building transparent partnerships with platforms.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API</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Standardized interface for programmatic data access; typically requires authentication and adheres to rate limits.</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Rate Limiting</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Restrictions on API request frequency (e.g., 300 requests per 15 minutes); prevents server overload.</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Authentication</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Verification of researcher identity and authorization (e.g., API keys, OAuth tokens).</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Data Retention</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Limits on historical data accessible via API (Twitter's 7-day limit for free tier, 30-day for academic).</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Terms of Service</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Legal agreements governing API use; may prohibit certain research or require approval.</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Academic Access Programs</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Special pathways for researchers (e.g., Twitter Academic Research, Meta's CrowdTangle); typically restricted to approved institutions.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Freelon traces the shift from the API golden age to the post-API age. What changed, and why did platforms restrict access? Is restriction necessarily bad for research?</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Bruns documents the APIcalypse as Twitter restricted research access. How does this change the types of questions computational researchers can answer? What research becomes impossible or harder?</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Puschmann argues for formal data partnerships with platforms. What are the benefits of structured partnerships? What are the risks of researcher dependence on platforms for data access?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Freelon, D. (2018). "Computational Research in the Post-API Age." Political Communication, 35(4), 665–668.</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Bruns, A. (2019). "After the APIcalypse: Social Media Platforms and Their Fight Against Critical Academic Research." Information, Communication &amp; Society, 22(11), 1544–1566.</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Puschmann, C. (2019). "An End to the Wild West of Social Media Research: A Response to Bruns and Others." Internet Policy Review, 8(4), 1–19.</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Lazer, D. M. J., et al. (2018). "The Science of Fake News." Science, 359(6380), 1094–1096.</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Roberts, S. T., &amp; Rojas, R. (2014). "On the Margins of Visibility: Political Referentiality in the Context of the Everyday." In The Participatory Condition in the Digital Age.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2026-03-17T22:23:10Z</dcterms:created>
  <dcterms:modified xsi:type="dcterms:W3CDTF">2026-03-17T22:23:10Z</dcterms:modified>
</cp:coreProperties>
</file>