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Record Linkage Across Datasets</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do we match records across datasets when identifiers are absent or imperfect, and what biases arise from linkage errors?</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Many research questions require combining data from multiple sources. To study the career trajectories of politicians, you link voting records to biographical databases. To assess whether election fraud occurred, you link voter rolls to outcomes. To understand economic mobility, you link childhood income to adult earnings. Enamorado, Fifield &amp; Imai (2019) tackle the core challenge: real-world datasets use different identifiers, have typos, and evolve over time. A simple merge on name fails when "John Smith" appears as "Jon Smyth." Probabilistic record linkage—treating linkage as a classification problem where observed agreement on identifiers is evidence for true match—offers a principled solution.</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But linkage introduces bias that is difficult to quantify. If your algorithm matches records based on name similarity, it will systematically fail for immigrants with non-Anglo names, low-income individuals with unstable addresses, and minorities with different surname patterns. Fellegi &amp; Sunter (1969) pioneered the probabilistic framework, but modern methods must grapple with selection bias. Abramitzky et al. (2021) demonstrate that automated linking of historical census data reliably matches 80-90% of records; the unmatched 10-20% are not random—they systematically exclude immigrants, low-income individuals, and minorities. Understanding bias requires understanding matching mechanisms.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Solutions lie in transparency and validation. Publish your linkage algorithm and sensitivity analyses showing how errors would bias findings. Use probabilistic confidence scores rather than binary matches. Validate on a subset where ground truth is known. The frontier is integrating record linkage uncertainty into statistical inference, rather than treating linked data as error-free.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Record Linkage</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Identifying records in different datasets that refer to the same entity (person, organization, etc.).</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Deterministic Matching</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Exact string match on identifiers; fast but misses imperfect matches.</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Probabilistic Matching</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Likelihood-based approach treating agreement on identifiers as evidence for true match.</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Fellegi-Sunter Model</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Foundational probabilistic model: score pairs based on agreement and disagreement across fields.</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False Positives</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Records incorrectly linked (different entities treated as same).</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False Negatives</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Records not linked (same entity treated as different).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Enamorado, Fifield &amp; Imai use probabilistic matching to link voter records. How is this superior to deterministic matching on name and address? What are the remaining error sources?</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Abramitzky et al. find that 10-20% of historical records cannot be linked, and this error is non-random. How would you detect bias in automated linking? How would you adjust estimates to account for it?</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Fellegi &amp; Sunter developed their model in 1969; modern machine learning offers richer approaches. What advantages might neural networks or gradient boosting have for record linkage? What advantages remain for Fellegi-Sunter?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Enamorado, T., Fifield, B., &amp; Imai, K. (2019). "Using a Probabilistic Model to Assist Merging of Large-Scale Administrative Records." Political Analysis, 27(4), 479–497.</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Fellegi, I. P., &amp; Sunter, A. B. (1969). "A Theory for Record Linkage." Journal of the American Statistical Association, 64(328), 1183–1210.</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Abramitzky, R., Boustan, L. P., Jácome, E., &amp; Pérez, S. (2021). "Automated Linking of Historical Data." Journal of Economic Literature, 59(3), 865–918.</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Herzog, T. N., Scheuren, F. J., &amp; Winkler, W. E. (2007). Data Quality and Record Linkage Techniques. Springer.</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Christen, P. (2012). Data Matching: Concepts and Techniques for Record Linkage, Entity Resolution, and Duplicate Detection. Springer.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2026-03-17T22:23:10Z</dcterms:created>
  <dcterms:modified xsi:type="dcterms:W3CDTF">2026-03-17T22:23:10Z</dcterms:modified>
</cp:coreProperties>
</file>