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Spatial Data and GIS</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does geography shape politics, and what are the consequences of spatial dependence for statistical inference?</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Geography is not destiny, but it shapes the terrain on which politics unfolds. Electoral districts, legislative jurisdiction, and policy implementation all have spatial structure. Ward &amp; Gleditsch (2008) argue that political scientists have long recognized geography's importance—international conflict, trade, and cooperation follow distance-decay patterns—yet ignored spatial dependence in statistical models. Standard regression assumes independence; if counties that neighbor each other are more similar than distant counties, that independence is violated. The result: biased standard errors, over-confident estimates, and hidden spatial patterns.</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Spatial analysis reveals political structures invisible in non-spatial analysis. Cho &amp; Gimpel (2012) use GIS to show that voter turnout is clustered geographically; controlling for individual characteristics, neighborhoods still predict turnout. This suggests that spatial context—not just individual characteristics—drives participation. Darmofal (2015) systematically covers spatial regression techniques that address dependence, spatial fixed effects that account for neighborhood-level heterogeneity, and geographically weighted regression that allows effects to vary across space. These methods are not exotic; they are essential for answering spatial questions.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Computational approaches make spatial analysis tractable at scale. Geographic information systems (GIS) integrate vector data (points, lines, polygons) with raster data (grids of values) and allow complex spatial operations. Machine learning methods can detect spatial patterns in large datasets. But spatial models are more complex than standard regression; specification choices (which spatial weight matrix? which lag distance?) have substantive implications. The frontier is matching spatial methods to substantive spatial theory.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Spatial Dependence</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Correlation between units based on proximity; violates OLS independence assumption.</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Spatial Lag</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Average value of neighbors' outcome variable; used in spatial regression.</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Weight Matrix</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Matrix W defining spatial relationships; row i shows neighbors of unit i.</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Spatial Autocorrelation</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Moran's I or Geary's C: statistics measuring correlation between units' values and their spatial neighbors.</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Geographically Weighted Regression</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Local regression allowing coefficients to vary across space.</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Vector vs. Raster Data</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Vector: points, lines, polygons (discrete objects). Raster: grid of cells with values (continuous fields).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Ward &amp; Gleditsch show that spatial dependence violates OLS assumptions. How would you detect spatial dependence in your data? What happens to inference if you ignore it?</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Cho &amp; Gimpel use GIS to show that turnout is spatially clustered. Could this pattern arise from non-spatial mechanisms? How would you disentangle spatial context effects from selection?</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Darmofal covers multiple spatial methods (spatial lag, spatial error, geographically weighted regression). How would you choose among them? What does each method assume about how space matters?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Ward, M. D., &amp; Gleditsch, K. S. (2008). Spatial Regression Models. Sage.</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Cho, W. K. T., &amp; Gimpel, J. G. (2012). "Valence, Beyond Proximity: Ballot Measures and Spatial Heterogeneity in Presidential Voting." Political Analysis, 20(2), 233–250.</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Darmofal, D. (2015). Spatial Analysis for the Social Sciences. Cambridge University Press.</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LeSage, J. P., &amp; Pace, R. K. (2009). Introduction to Spatial Econometrics. CRC Press.</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Anselin, L. (2005). "Exploring Spatial Data with GeoDa: A Workbook." Center for Spatially Integrated Social Science.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