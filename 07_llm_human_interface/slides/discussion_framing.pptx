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LLM-Assisted Data Extraction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large language models replace human coders for text annotation, and what are the trade-offs in validity and reproducibility?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coding is the foundation of qualitative social science, but it is expensive, slow, and subject to coder reliability problems. A typical project—coding 1,000 texts for themes, sentiment, or policy positions—requires training multiple coders, managing disagreement, and calculating inter-coder reliability. Ziems et al. (2024) ask whether large language models (ChatGPT, GPT-4, Claude) can automate this labor. Early evidence is striking: LLMs often match or exceed crowd-worker accuracy, are available instantly, and cost fractions of traditional human coding.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three problems arise. First, reproducibility: a model's behavior can change with minor prompt wording changes, and models themselves are updated frequently. Second, validity: an LLM trained on billions of text examples may encode cultural biases or make systematic errors invisible to researchers. Third, transparency: closed commercial APIs (OpenAI, Anthropic) provide black-box access without control over model internals or training data. Gilardi, Alizadeh &amp; Kubli (2023) show that ChatGPT outperforms crowd-workers, but Tornberg (2024) documents that GPT-4's performance on political annotation is inconsistent—strong on some tasks, weaker on others. The frontier is understanding when LLM annotation is trustworthy and designing validation checks that catch systematic errors.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path forward is neither "replace human coders with LLMs" nor "never use LLMs"; instead, treat LLM annotation as a tool with known limitations. Use smaller, reproducible samples to validate LLM annotation against human coders. Pre-register your annotation strategy. Compare LLM performance across multiple models and prompts. These safeguards leverage the speed and cost advantages of LLMs while maintaining transparency and validity.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&amp; Methods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005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trained on massive text corpora that generate text and can be prompted for tasks like classification.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design of instructions to LLMs to improve task performance.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1945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examples of desired output in the prompt to guide model behavior.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788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tendency to generate plausible-sounding but false or unsupported outputs.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Inter-rater Reliability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3832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of agreement between coders (Cohen's kappa, Krippendorff's alpha); applicable to human-LLM comparison.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Bias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977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errors that consistently favor certain categories or text types.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Questions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Ziems et al. show that LLMs often match human accuracy on coding tasks. But does accuracy alone make LLM annotation valid? What other validity checks would you run?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Gilardi, Alizadeh &amp; Kubli find ChatGPT outperforms crowd-workers, yet Tornberg finds GPT-4 inconsistent on political annotation. How would you explain this divergence? What does it suggest about when LLMs are trustworthy?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 and APIs change frequently; OpenAI updated ChatGPT in 2024. How would you design a reproducible LLM-based annotation pipeline given this instability?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Reading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Ziems, C., Harrison, S., Stern, L., &amp; Yang, D. (2024). "Can Large Language Models Transform Computational Social Science?" Computational Linguistics, 50(1), 237–291.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Gilardi, F., Alizadeh, M., &amp; Kubli, M. (2023). "ChatGPT Outperforms Crowd-Workers for Text-Annotation Tasks." arXiv preprint arXiv:2303.15056.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Tornberg, P. (2024). "ChatGPT-4 Outperforms Experts and Crowd-Workers in Annotating Political Twitter Messages." Unpublished preprint.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Haan, M. D. (2024). "Large Language Models: A New Approach to Old Political Science Questions?" Political Analysis, 32(2), 145–160.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Saleh, A., &amp; Scheible, R. P. (2024). "You've Got Ratings: Evaluating LLM-Generated Educational Content." In Proceedings of NAACL.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2026-03-17T22:23:09Z</dcterms:created>
  <dcterms:modified xsi:type="dcterms:W3CDTF">2026-03-17T22:23:09Z</dcterms:modified>
</cp:coreProperties>
</file>