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Experiments: Design, Scale, and Inference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move from laboratory experiments to large-scale field experiments online, and what new threats to validity emerge?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causal inference is the randomized controlled experiment. Random assignment breaks the association between the treatment and confounding variables, allowing us to isolate the causal effect. Gerber &amp; Green (2012) established field experiments as a cornerstone of empirical political science, demonstrating that get-out-the-vote effects can be measured through randomized door-to-door canvassing. But field experiments are expensive and slow. Online platforms—from Amazon Mechanical Turk to Facebook to TikTok—enable experiments at unprecedented scale and speed. Munger (2023) calls this "experimentology": the design of experiments at scale where treatment assignment is decentralized and the unit of analysis can be individuals, messages, or entire platforms.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creates new validity threats. When you run an experiment on 100,000 subjects recruited through an online platform, you gain statistical power but lose experimental control. Druckman &amp; Green (2021) emphasize that large-scale experiments often trade internal validity (Do we isolate a causal effect?) for external validity (Does this effect generalize beyond our sample?). The fundamental tension: laboratory experiments are high internal validity / low external validity, while mass online experiments are low internal validity / potentially high external validity.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social science has made experiments feasible at scale, but this demands rigorous attention to design. Pre-registration, pre-analysis plans, and transparent reporting are not bureaucratic overhead—they are essential safeguards against the multiple testing and researcher degrees of freedom problems that plague large-scale research. The frontier of experimental social science lies in designing high-validity experiments that scale.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&amp; Methods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Assignment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of units to treatment and control that breaks association with confounders.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observed effects are truly causal, or contaminated by confounding, selection bias, or measurement error.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194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causal effects generalize beyond the studied sample to other populations and contexts.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788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hypotheses, analyses, and sample size before data collection to prevent researcher degrees of freedom.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Heterogeneity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3832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treatment effects across subgroups; calls for understanding mechanisms rather than assuming homogeneous effects.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977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that some of many tested hypotheses appear significant by chance; requires correction or transparency.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Gerber &amp; Green used randomized door-to-door canvassing to measure GOTV effects. What would a digital version of this experiment look like, and what new validity threats would emerge?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Munger discusses "experimentology" at scale. How does an experiment on 100,000 online platform users differ from a laboratory experiment on 100 subjects in design requirements and interpretation?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Druckman &amp; Green note that large-scale experiments often sacrifice internal for external validity. When is this tradeoff worthwhile, and when is it problematic?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Reading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Gerber, A. S., &amp; Green, D. P. (2012). Field Experiments: Design, Analysis, and Interpretation. W.W. Norton.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Druckman, J. N., &amp; Green, D. P. (2021). Advances in Experimental Political Science. Cambridge University Press.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Munger, K. (2023). "Experimentology." Political Analysis, 31(4), 539–556.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Yarkoni, T., &amp; Westfall, J. (2017). "Choosing Prediction Over Explanation in Psychology: Lessons From Machine Learning." Perspectives on Psychological Science, 12(6), 1100–1122.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Miguel, E., Camerer, C., Casey, K., et al. (2014). "Promoting Transparency in Social Science Research." Science, 343(6166), 30–31.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2026-03-17T22:23:09Z</dcterms:created>
  <dcterms:modified xsi:type="dcterms:W3CDTF">2026-03-17T22:23:09Z</dcterms:modified>
</cp:coreProperties>
</file>