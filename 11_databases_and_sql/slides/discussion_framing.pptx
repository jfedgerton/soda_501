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Databases and SQL</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Why do flat files fail at scale, and how do databases enable efficient, reproducible data workflows?</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Researchers begin with spreadsheets. Excel or CSV files are simple, familiar, and work fine for small projects. But spreadsheets do not scale. A project with 1 million observations quickly becomes unwieldy; joining data across files introduces errors; version control is nearly impossible. Wickham (2014) argues that data should be organized following principles of "tidy data": each variable is a column, each observation is a row, each type of observation is a table. Tidy data principles apply whether you use spreadsheets or databases, but databases enforce and enable these principles at scale.</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Databases provide structure, integrity, and efficiency. A relational database—organized into tables with primary keys and foreign keys—prevents many common errors. You cannot accidentally duplicate rows; foreign key constraints ensure referential integrity; indexes speed queries on large tables. Broman &amp; Woo (2018) provide practical guidance on data organization, emphasizing that good data practices—documentation, validation, version control—pay dividends in analysis time and error detection. Codd (1970) established the relational model mathematically; databases are not just engineering conveniences, they embody principles about data organization.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SQL (Structured Query Language) is the lingua franca of data. Rather than loading all data into memory (impossible for billion-row datasets), SQL lets you query specific subsets. Rather than writing Python loops to join tables, SQL handles joins efficiently. Rather than reimporting data each analysis session, SQL provides persistent, queryable storage. The frontier is integrating SQL databases into reproducible research workflows—using SQL to document data transformation, version control SQL scripts, and make analyses auditable.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Relational Database</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Collection of tables with relationships defined by primary and foreign keys.</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Tidy Data</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Data organization where each variable is a column, each observation is a row, each type of observation is a table.</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Primary Key</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Column(s) uniquely identifying each row in a table.</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Foreign Key</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Column(s) referencing primary key(s) in another table; enforces referential integrity.</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Index</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Data structure speeding queries on specific columns; trades storage for query speed.</a:t>
            </a:r>
            <a:endParaRPr lang="en-US" sz="1300" dirty="0"/>
          </a:p>
        </p:txBody>
      </p:sp>
      <p:sp>
        <p:nvSpPr>
          <p:cNvPr id="14" name="Text 12"/>
          <p:cNvSpPr/>
          <p:nvPr/>
        </p:nvSpPr>
        <p:spPr>
          <a:xfrm>
            <a:off x="640080" y="39776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SQL Query</a:t>
            </a:r>
            <a:endParaRPr lang="en-US" sz="1300" dirty="0"/>
          </a:p>
        </p:txBody>
      </p:sp>
      <p:sp>
        <p:nvSpPr>
          <p:cNvPr id="15" name="Text 13"/>
          <p:cNvSpPr/>
          <p:nvPr/>
        </p:nvSpPr>
        <p:spPr>
          <a:xfrm>
            <a:off x="2926080" y="39776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Declarative statement requesting specific data; SELECT retrieves, WHERE filters, JOIN combines tables.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Wickham describes tidy data principles. What are these principles, and why would you organize data to follow them even in a simple project?</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Broman &amp; Woo emphasize documentation and validation. If you use a database, how would you document data provenance and validation checks? What goes in metadata vs. database schema?</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Codd's relational model is mathematical. How do relational databases enforce correctness? What types of errors do primary and foreign keys prevent?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Wickham, H. (2014). "Tidy Data." Journal of Statistical Software, 59(10), 1–23.</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Broman, K. W., &amp; Woo, K. H. (2018). "Data Organization in Spreadsheets." The American Statistician, 72(1), 2–10.</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Codd, E. F. (1970). "A Relational Model of Data for Large Shared Data Banks." Communications of the ACM, 13(6), 377–387.</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Vardi, M. Y. (2007). "The Importance of Databases." Communications of the ACM, 50(7), 7.</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Celko, J. (2010). SQL Programming Style. Elsevier.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2026-03-17T22:23:10Z</dcterms:created>
  <dcterms:modified xsi:type="dcterms:W3CDTF">2026-03-17T22:23:10Z</dcterms:modified>
</cp:coreProperties>
</file>